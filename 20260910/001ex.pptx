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6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1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2788-E97A-4F1C-808F-5A4EF2071850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1ABB-255A-428E-A854-8D9FC2D45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1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2788-E97A-4F1C-808F-5A4EF2071850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1ABB-255A-428E-A854-8D9FC2D45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005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2788-E97A-4F1C-808F-5A4EF2071850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1ABB-255A-428E-A854-8D9FC2D45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60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2788-E97A-4F1C-808F-5A4EF2071850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1ABB-255A-428E-A854-8D9FC2D45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606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2788-E97A-4F1C-808F-5A4EF2071850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1ABB-255A-428E-A854-8D9FC2D45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36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2788-E97A-4F1C-808F-5A4EF2071850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1ABB-255A-428E-A854-8D9FC2D45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89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2788-E97A-4F1C-808F-5A4EF2071850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1ABB-255A-428E-A854-8D9FC2D45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355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2788-E97A-4F1C-808F-5A4EF2071850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1ABB-255A-428E-A854-8D9FC2D45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078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2788-E97A-4F1C-808F-5A4EF2071850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1ABB-255A-428E-A854-8D9FC2D45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568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2788-E97A-4F1C-808F-5A4EF2071850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1ABB-255A-428E-A854-8D9FC2D45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04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02788-E97A-4F1C-808F-5A4EF2071850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1ABB-255A-428E-A854-8D9FC2D45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880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02788-E97A-4F1C-808F-5A4EF2071850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F1ABB-255A-428E-A854-8D9FC2D454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10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510882" y="308306"/>
            <a:ext cx="2730674" cy="6292240"/>
          </a:xfrm>
          <a:prstGeom prst="roundRect">
            <a:avLst>
              <a:gd name="adj" fmla="val 50000"/>
            </a:avLst>
          </a:prstGeom>
          <a:solidFill>
            <a:srgbClr val="596C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/>
          <p:cNvSpPr>
            <a:spLocks/>
          </p:cNvSpPr>
          <p:nvPr/>
        </p:nvSpPr>
        <p:spPr>
          <a:xfrm>
            <a:off x="510882" y="298022"/>
            <a:ext cx="2730674" cy="2730674"/>
          </a:xfrm>
          <a:prstGeom prst="ellipse">
            <a:avLst/>
          </a:prstGeom>
          <a:blipFill>
            <a:blip r:embed="rId2"/>
            <a:srcRect/>
            <a:stretch>
              <a:fillRect l="-4382" t="-8612" r="72" b="-4785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21608" y="3151278"/>
            <a:ext cx="909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</a:rPr>
              <a:t>셔 누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089" y="3612943"/>
            <a:ext cx="2530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Full-Stack Web Developer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3063" y="4074608"/>
            <a:ext cx="24482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 smtClean="0">
                <a:solidFill>
                  <a:schemeClr val="bg1"/>
                </a:solidFill>
              </a:rPr>
              <a:t>사용자 경험을 중심으로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/>
            </a:r>
            <a:br>
              <a:rPr lang="en-US" altLang="ko-KR" sz="1200" b="1" dirty="0" smtClean="0">
                <a:solidFill>
                  <a:schemeClr val="bg1"/>
                </a:solidFill>
              </a:rPr>
            </a:br>
            <a:r>
              <a:rPr lang="ko-KR" altLang="en-US" sz="1200" b="1" dirty="0" err="1" smtClean="0">
                <a:solidFill>
                  <a:schemeClr val="bg1"/>
                </a:solidFill>
              </a:rPr>
              <a:t>프론트엔드와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</a:rPr>
              <a:t>백엔드를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 모두 설계하는 개발자</a:t>
            </a:r>
            <a:endParaRPr lang="en-US" altLang="ko-KR" sz="1200" b="1" dirty="0" smtClean="0">
              <a:solidFill>
                <a:schemeClr val="bg1"/>
              </a:solidFill>
            </a:endParaRPr>
          </a:p>
          <a:p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 smtClean="0">
                <a:solidFill>
                  <a:schemeClr val="bg1"/>
                </a:solidFill>
              </a:rPr>
              <a:t>Spring 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기반의 서비스 개발 경험</a:t>
            </a:r>
            <a:endParaRPr lang="en-US" altLang="ko-KR" sz="1200" b="1" dirty="0" smtClean="0">
              <a:solidFill>
                <a:schemeClr val="bg1"/>
              </a:solidFill>
            </a:endParaRPr>
          </a:p>
          <a:p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 smtClean="0">
                <a:solidFill>
                  <a:schemeClr val="bg1"/>
                </a:solidFill>
              </a:rPr>
              <a:t>문제 해결과 구조 설계를 중요하게 생각함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621001" y="626797"/>
            <a:ext cx="3104442" cy="3135306"/>
          </a:xfrm>
          <a:prstGeom prst="rect">
            <a:avLst/>
          </a:prstGeom>
          <a:noFill/>
          <a:ln>
            <a:solidFill>
              <a:srgbClr val="596C7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6921404" y="626797"/>
            <a:ext cx="4822105" cy="3135307"/>
          </a:xfrm>
          <a:prstGeom prst="rect">
            <a:avLst/>
          </a:prstGeom>
          <a:noFill/>
          <a:ln>
            <a:solidFill>
              <a:srgbClr val="596C7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621000" y="4502112"/>
            <a:ext cx="4901351" cy="1911752"/>
          </a:xfrm>
          <a:prstGeom prst="rect">
            <a:avLst/>
          </a:prstGeom>
          <a:noFill/>
          <a:ln>
            <a:solidFill>
              <a:srgbClr val="596C7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자유형 21"/>
          <p:cNvSpPr/>
          <p:nvPr/>
        </p:nvSpPr>
        <p:spPr>
          <a:xfrm>
            <a:off x="3621000" y="373399"/>
            <a:ext cx="2665443" cy="538001"/>
          </a:xfrm>
          <a:custGeom>
            <a:avLst/>
            <a:gdLst>
              <a:gd name="connsiteX0" fmla="*/ 0 w 2665443"/>
              <a:gd name="connsiteY0" fmla="*/ 0 h 538001"/>
              <a:gd name="connsiteX1" fmla="*/ 1671206 w 2665443"/>
              <a:gd name="connsiteY1" fmla="*/ 0 h 538001"/>
              <a:gd name="connsiteX2" fmla="*/ 2286000 w 2665443"/>
              <a:gd name="connsiteY2" fmla="*/ 0 h 538001"/>
              <a:gd name="connsiteX3" fmla="*/ 2665443 w 2665443"/>
              <a:gd name="connsiteY3" fmla="*/ 0 h 538001"/>
              <a:gd name="connsiteX4" fmla="*/ 2396442 w 2665443"/>
              <a:gd name="connsiteY4" fmla="*/ 269000 h 538001"/>
              <a:gd name="connsiteX5" fmla="*/ 2665443 w 2665443"/>
              <a:gd name="connsiteY5" fmla="*/ 538001 h 538001"/>
              <a:gd name="connsiteX6" fmla="*/ 2286000 w 2665443"/>
              <a:gd name="connsiteY6" fmla="*/ 538001 h 538001"/>
              <a:gd name="connsiteX7" fmla="*/ 1671206 w 2665443"/>
              <a:gd name="connsiteY7" fmla="*/ 538001 h 538001"/>
              <a:gd name="connsiteX8" fmla="*/ 0 w 2665443"/>
              <a:gd name="connsiteY8" fmla="*/ 538001 h 53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65443" h="538001">
                <a:moveTo>
                  <a:pt x="0" y="0"/>
                </a:moveTo>
                <a:lnTo>
                  <a:pt x="1671206" y="0"/>
                </a:lnTo>
                <a:lnTo>
                  <a:pt x="2286000" y="0"/>
                </a:lnTo>
                <a:lnTo>
                  <a:pt x="2665443" y="0"/>
                </a:lnTo>
                <a:lnTo>
                  <a:pt x="2396442" y="269000"/>
                </a:lnTo>
                <a:lnTo>
                  <a:pt x="2665443" y="538001"/>
                </a:lnTo>
                <a:lnTo>
                  <a:pt x="2286000" y="538001"/>
                </a:lnTo>
                <a:lnTo>
                  <a:pt x="1671206" y="538001"/>
                </a:lnTo>
                <a:lnTo>
                  <a:pt x="0" y="538001"/>
                </a:lnTo>
                <a:close/>
              </a:path>
            </a:pathLst>
          </a:custGeom>
          <a:solidFill>
            <a:srgbClr val="596C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3762104" y="442130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</a:rPr>
              <a:t>Contact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74993" y="1064860"/>
            <a:ext cx="970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596C73"/>
                </a:solidFill>
              </a:rPr>
              <a:t>Address</a:t>
            </a:r>
            <a:endParaRPr lang="ko-KR" altLang="en-US" sz="1600" b="1" dirty="0">
              <a:solidFill>
                <a:srgbClr val="596C73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74993" y="1715537"/>
            <a:ext cx="803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596C73"/>
                </a:solidFill>
              </a:rPr>
              <a:t>Phone</a:t>
            </a:r>
            <a:endParaRPr lang="ko-KR" altLang="en-US" sz="1600" b="1" dirty="0">
              <a:solidFill>
                <a:srgbClr val="596C73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74993" y="2336751"/>
            <a:ext cx="712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596C73"/>
                </a:solidFill>
              </a:rPr>
              <a:t>Email</a:t>
            </a:r>
            <a:endParaRPr lang="ko-KR" altLang="en-US" sz="1600" b="1" dirty="0">
              <a:solidFill>
                <a:srgbClr val="596C73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74993" y="2995332"/>
            <a:ext cx="8490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596C73"/>
                </a:solidFill>
              </a:rPr>
              <a:t>Github</a:t>
            </a:r>
            <a:endParaRPr lang="ko-KR" altLang="en-US" sz="1600" b="1" dirty="0">
              <a:solidFill>
                <a:srgbClr val="596C73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023372" y="1370393"/>
            <a:ext cx="157767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 smtClean="0"/>
              <a:t>서울특별시 강남구</a:t>
            </a:r>
            <a:endParaRPr lang="ko-KR" alt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4023372" y="2687555"/>
            <a:ext cx="156478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 smtClean="0"/>
              <a:t>00000@naver.com</a:t>
            </a:r>
            <a:endParaRPr lang="ko-KR" altLang="en-US" sz="1300" dirty="0"/>
          </a:p>
        </p:txBody>
      </p:sp>
      <p:sp>
        <p:nvSpPr>
          <p:cNvPr id="30" name="TextBox 29"/>
          <p:cNvSpPr txBox="1"/>
          <p:nvPr/>
        </p:nvSpPr>
        <p:spPr>
          <a:xfrm>
            <a:off x="4023372" y="2028974"/>
            <a:ext cx="132760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 smtClean="0"/>
              <a:t>010-0000-0000</a:t>
            </a:r>
            <a:endParaRPr lang="ko-KR" altLang="en-US" sz="1300" dirty="0"/>
          </a:p>
        </p:txBody>
      </p:sp>
      <p:sp>
        <p:nvSpPr>
          <p:cNvPr id="31" name="TextBox 30"/>
          <p:cNvSpPr txBox="1"/>
          <p:nvPr/>
        </p:nvSpPr>
        <p:spPr>
          <a:xfrm>
            <a:off x="4023372" y="3319121"/>
            <a:ext cx="39145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 smtClean="0"/>
              <a:t>---</a:t>
            </a:r>
            <a:endParaRPr lang="ko-KR" altLang="en-US" sz="1300" dirty="0"/>
          </a:p>
        </p:txBody>
      </p:sp>
      <p:sp>
        <p:nvSpPr>
          <p:cNvPr id="32" name="자유형 31"/>
          <p:cNvSpPr/>
          <p:nvPr/>
        </p:nvSpPr>
        <p:spPr>
          <a:xfrm>
            <a:off x="6893916" y="373400"/>
            <a:ext cx="2665443" cy="538001"/>
          </a:xfrm>
          <a:custGeom>
            <a:avLst/>
            <a:gdLst>
              <a:gd name="connsiteX0" fmla="*/ 0 w 2665443"/>
              <a:gd name="connsiteY0" fmla="*/ 0 h 538001"/>
              <a:gd name="connsiteX1" fmla="*/ 1671206 w 2665443"/>
              <a:gd name="connsiteY1" fmla="*/ 0 h 538001"/>
              <a:gd name="connsiteX2" fmla="*/ 2286000 w 2665443"/>
              <a:gd name="connsiteY2" fmla="*/ 0 h 538001"/>
              <a:gd name="connsiteX3" fmla="*/ 2665443 w 2665443"/>
              <a:gd name="connsiteY3" fmla="*/ 0 h 538001"/>
              <a:gd name="connsiteX4" fmla="*/ 2396442 w 2665443"/>
              <a:gd name="connsiteY4" fmla="*/ 269000 h 538001"/>
              <a:gd name="connsiteX5" fmla="*/ 2665443 w 2665443"/>
              <a:gd name="connsiteY5" fmla="*/ 538001 h 538001"/>
              <a:gd name="connsiteX6" fmla="*/ 2286000 w 2665443"/>
              <a:gd name="connsiteY6" fmla="*/ 538001 h 538001"/>
              <a:gd name="connsiteX7" fmla="*/ 1671206 w 2665443"/>
              <a:gd name="connsiteY7" fmla="*/ 538001 h 538001"/>
              <a:gd name="connsiteX8" fmla="*/ 0 w 2665443"/>
              <a:gd name="connsiteY8" fmla="*/ 538001 h 53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65443" h="538001">
                <a:moveTo>
                  <a:pt x="0" y="0"/>
                </a:moveTo>
                <a:lnTo>
                  <a:pt x="1671206" y="0"/>
                </a:lnTo>
                <a:lnTo>
                  <a:pt x="2286000" y="0"/>
                </a:lnTo>
                <a:lnTo>
                  <a:pt x="2665443" y="0"/>
                </a:lnTo>
                <a:lnTo>
                  <a:pt x="2396442" y="269000"/>
                </a:lnTo>
                <a:lnTo>
                  <a:pt x="2665443" y="538001"/>
                </a:lnTo>
                <a:lnTo>
                  <a:pt x="2286000" y="538001"/>
                </a:lnTo>
                <a:lnTo>
                  <a:pt x="1671206" y="538001"/>
                </a:lnTo>
                <a:lnTo>
                  <a:pt x="0" y="538001"/>
                </a:lnTo>
                <a:close/>
              </a:path>
            </a:pathLst>
          </a:custGeom>
          <a:solidFill>
            <a:srgbClr val="596C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3" name="자유형 32"/>
          <p:cNvSpPr/>
          <p:nvPr/>
        </p:nvSpPr>
        <p:spPr>
          <a:xfrm>
            <a:off x="3621000" y="4221096"/>
            <a:ext cx="2665443" cy="538001"/>
          </a:xfrm>
          <a:custGeom>
            <a:avLst/>
            <a:gdLst>
              <a:gd name="connsiteX0" fmla="*/ 0 w 2665443"/>
              <a:gd name="connsiteY0" fmla="*/ 0 h 538001"/>
              <a:gd name="connsiteX1" fmla="*/ 1671206 w 2665443"/>
              <a:gd name="connsiteY1" fmla="*/ 0 h 538001"/>
              <a:gd name="connsiteX2" fmla="*/ 2286000 w 2665443"/>
              <a:gd name="connsiteY2" fmla="*/ 0 h 538001"/>
              <a:gd name="connsiteX3" fmla="*/ 2665443 w 2665443"/>
              <a:gd name="connsiteY3" fmla="*/ 0 h 538001"/>
              <a:gd name="connsiteX4" fmla="*/ 2396442 w 2665443"/>
              <a:gd name="connsiteY4" fmla="*/ 269000 h 538001"/>
              <a:gd name="connsiteX5" fmla="*/ 2665443 w 2665443"/>
              <a:gd name="connsiteY5" fmla="*/ 538001 h 538001"/>
              <a:gd name="connsiteX6" fmla="*/ 2286000 w 2665443"/>
              <a:gd name="connsiteY6" fmla="*/ 538001 h 538001"/>
              <a:gd name="connsiteX7" fmla="*/ 1671206 w 2665443"/>
              <a:gd name="connsiteY7" fmla="*/ 538001 h 538001"/>
              <a:gd name="connsiteX8" fmla="*/ 0 w 2665443"/>
              <a:gd name="connsiteY8" fmla="*/ 538001 h 53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65443" h="538001">
                <a:moveTo>
                  <a:pt x="0" y="0"/>
                </a:moveTo>
                <a:lnTo>
                  <a:pt x="1671206" y="0"/>
                </a:lnTo>
                <a:lnTo>
                  <a:pt x="2286000" y="0"/>
                </a:lnTo>
                <a:lnTo>
                  <a:pt x="2665443" y="0"/>
                </a:lnTo>
                <a:lnTo>
                  <a:pt x="2396442" y="269000"/>
                </a:lnTo>
                <a:lnTo>
                  <a:pt x="2665443" y="538001"/>
                </a:lnTo>
                <a:lnTo>
                  <a:pt x="2286000" y="538001"/>
                </a:lnTo>
                <a:lnTo>
                  <a:pt x="1671206" y="538001"/>
                </a:lnTo>
                <a:lnTo>
                  <a:pt x="0" y="538001"/>
                </a:lnTo>
                <a:close/>
              </a:path>
            </a:pathLst>
          </a:custGeom>
          <a:solidFill>
            <a:srgbClr val="596C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3762103" y="4305430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</a:rPr>
              <a:t>Education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77602" y="457734"/>
            <a:ext cx="136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Experience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8411626" y="1215555"/>
            <a:ext cx="0" cy="22388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8300897" y="1114053"/>
            <a:ext cx="221455" cy="2214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8300897" y="2583615"/>
            <a:ext cx="221455" cy="2214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8300897" y="1848036"/>
            <a:ext cx="221455" cy="2214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2" name="오각형 41"/>
          <p:cNvSpPr/>
          <p:nvPr/>
        </p:nvSpPr>
        <p:spPr>
          <a:xfrm>
            <a:off x="7077602" y="1040049"/>
            <a:ext cx="1034288" cy="388177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3" name="오각형 42"/>
          <p:cNvSpPr/>
          <p:nvPr/>
        </p:nvSpPr>
        <p:spPr>
          <a:xfrm>
            <a:off x="7080237" y="1751526"/>
            <a:ext cx="1034288" cy="388177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4" name="오각형 43"/>
          <p:cNvSpPr/>
          <p:nvPr/>
        </p:nvSpPr>
        <p:spPr>
          <a:xfrm>
            <a:off x="7101480" y="2491535"/>
            <a:ext cx="1034288" cy="388177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7240364" y="1070891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/>
                </a:solidFill>
              </a:rPr>
              <a:t>2024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240364" y="1780766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/>
                </a:solidFill>
              </a:rPr>
              <a:t>2025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240364" y="2531734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/>
                </a:solidFill>
              </a:rPr>
              <a:t>2026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633081" y="1095637"/>
            <a:ext cx="2342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웹 서비스 개발 프로젝트 </a:t>
            </a:r>
            <a:r>
              <a:rPr lang="en-US" altLang="ko-KR" sz="1200" b="1" dirty="0" smtClean="0"/>
              <a:t>(</a:t>
            </a:r>
            <a:r>
              <a:rPr lang="ko-KR" altLang="en-US" sz="1200" b="1" dirty="0" smtClean="0"/>
              <a:t>개인</a:t>
            </a:r>
            <a:r>
              <a:rPr lang="en-US" altLang="ko-KR" sz="1200" b="1" dirty="0" smtClean="0"/>
              <a:t>)</a:t>
            </a:r>
            <a:endParaRPr lang="ko-KR" altLang="en-US" sz="120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8633080" y="1820263"/>
            <a:ext cx="2249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err="1" smtClean="0"/>
              <a:t>풀스택</a:t>
            </a:r>
            <a:r>
              <a:rPr lang="ko-KR" altLang="en-US" sz="1200" b="1" dirty="0" smtClean="0"/>
              <a:t> 학습 및 프로젝트 진행</a:t>
            </a:r>
            <a:endParaRPr lang="ko-KR" altLang="en-US" sz="12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8629414" y="2555440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err="1" smtClean="0"/>
              <a:t>프론트엔드</a:t>
            </a:r>
            <a:r>
              <a:rPr lang="ko-KR" altLang="en-US" sz="1200" b="1" dirty="0" smtClean="0"/>
              <a:t> 집중 학습</a:t>
            </a:r>
            <a:endParaRPr lang="ko-KR" altLang="en-US" sz="12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8689861" y="1304671"/>
            <a:ext cx="27895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기반 병원 정보 제공 협업 개발</a:t>
            </a:r>
            <a:endParaRPr lang="en-US" altLang="ko-KR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err="1" smtClean="0"/>
              <a:t>LocalStorage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활용한 데이터 관리 구현</a:t>
            </a:r>
            <a:endParaRPr lang="ko-KR" altLang="en-US" sz="1100" dirty="0"/>
          </a:p>
        </p:txBody>
      </p:sp>
      <p:sp>
        <p:nvSpPr>
          <p:cNvPr id="52" name="TextBox 51"/>
          <p:cNvSpPr txBox="1"/>
          <p:nvPr/>
        </p:nvSpPr>
        <p:spPr>
          <a:xfrm>
            <a:off x="8689861" y="2839511"/>
            <a:ext cx="29594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smtClean="0"/>
              <a:t>HTML, CSS, JavaScript </a:t>
            </a:r>
            <a:r>
              <a:rPr lang="ko-KR" altLang="en-US" sz="1100" dirty="0" smtClean="0"/>
              <a:t>기초 </a:t>
            </a:r>
            <a:r>
              <a:rPr lang="en-US" altLang="ko-KR" sz="1100" dirty="0" smtClean="0"/>
              <a:t>React </a:t>
            </a:r>
            <a:r>
              <a:rPr lang="ko-KR" altLang="en-US" sz="1100" dirty="0" smtClean="0"/>
              <a:t>설정</a:t>
            </a:r>
            <a:endParaRPr lang="en-US" altLang="ko-KR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 smtClean="0"/>
              <a:t>컴포넌트 기반 </a:t>
            </a:r>
            <a:r>
              <a:rPr lang="en-US" altLang="ko-KR" sz="1100" dirty="0" smtClean="0"/>
              <a:t>UI </a:t>
            </a:r>
            <a:r>
              <a:rPr lang="ko-KR" altLang="en-US" sz="1100" dirty="0" smtClean="0"/>
              <a:t>설계 및 상태 관리 경험</a:t>
            </a:r>
            <a:endParaRPr lang="ko-KR" altLang="en-US" sz="1100" dirty="0"/>
          </a:p>
        </p:txBody>
      </p:sp>
      <p:sp>
        <p:nvSpPr>
          <p:cNvPr id="53" name="TextBox 52"/>
          <p:cNvSpPr txBox="1"/>
          <p:nvPr/>
        </p:nvSpPr>
        <p:spPr>
          <a:xfrm>
            <a:off x="8689861" y="2074313"/>
            <a:ext cx="25074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err="1" smtClean="0"/>
              <a:t>Sprign</a:t>
            </a:r>
            <a:r>
              <a:rPr lang="en-US" altLang="ko-KR" sz="1100" dirty="0" smtClean="0"/>
              <a:t> Boot </a:t>
            </a:r>
            <a:r>
              <a:rPr lang="ko-KR" altLang="en-US" sz="1100" dirty="0" smtClean="0"/>
              <a:t>기반 </a:t>
            </a:r>
            <a:r>
              <a:rPr lang="en-US" altLang="ko-KR" sz="1100" dirty="0" smtClean="0"/>
              <a:t>Rest API </a:t>
            </a:r>
            <a:r>
              <a:rPr lang="ko-KR" altLang="en-US" sz="1100" dirty="0" smtClean="0"/>
              <a:t>개발</a:t>
            </a:r>
            <a:endParaRPr lang="en-US" altLang="ko-KR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smtClean="0"/>
              <a:t>MySQL </a:t>
            </a:r>
            <a:r>
              <a:rPr lang="ko-KR" altLang="en-US" sz="1100" dirty="0" smtClean="0"/>
              <a:t>연동 및 </a:t>
            </a:r>
            <a:r>
              <a:rPr lang="en-US" altLang="ko-KR" sz="1100" dirty="0" smtClean="0"/>
              <a:t>CRUD </a:t>
            </a:r>
            <a:r>
              <a:rPr lang="ko-KR" altLang="en-US" sz="1100" dirty="0" smtClean="0"/>
              <a:t>기능 구현</a:t>
            </a:r>
            <a:endParaRPr lang="ko-KR" altLang="en-US" sz="1100" dirty="0"/>
          </a:p>
        </p:txBody>
      </p:sp>
      <p:sp>
        <p:nvSpPr>
          <p:cNvPr id="54" name="오각형 53"/>
          <p:cNvSpPr/>
          <p:nvPr/>
        </p:nvSpPr>
        <p:spPr>
          <a:xfrm>
            <a:off x="3774993" y="4887968"/>
            <a:ext cx="1034288" cy="388177"/>
          </a:xfrm>
          <a:prstGeom prst="homePlate">
            <a:avLst/>
          </a:prstGeom>
          <a:solidFill>
            <a:srgbClr val="596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3904798" y="4910313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/>
                </a:solidFill>
              </a:rPr>
              <a:t>2025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56" name="오각형 55"/>
          <p:cNvSpPr/>
          <p:nvPr/>
        </p:nvSpPr>
        <p:spPr>
          <a:xfrm>
            <a:off x="3774993" y="5596824"/>
            <a:ext cx="1034288" cy="388177"/>
          </a:xfrm>
          <a:prstGeom prst="homePlate">
            <a:avLst/>
          </a:prstGeom>
          <a:solidFill>
            <a:srgbClr val="596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3904798" y="5619169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/>
                </a:solidFill>
              </a:rPr>
              <a:t>2026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58" name="직선 연결선 57"/>
          <p:cNvCxnSpPr/>
          <p:nvPr/>
        </p:nvCxnSpPr>
        <p:spPr>
          <a:xfrm>
            <a:off x="5081481" y="5047703"/>
            <a:ext cx="0" cy="11313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4970753" y="4980068"/>
            <a:ext cx="221455" cy="221455"/>
          </a:xfrm>
          <a:prstGeom prst="ellipse">
            <a:avLst/>
          </a:prstGeom>
          <a:solidFill>
            <a:srgbClr val="596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>
            <a:off x="4970752" y="5680184"/>
            <a:ext cx="221455" cy="221455"/>
          </a:xfrm>
          <a:prstGeom prst="ellipse">
            <a:avLst/>
          </a:prstGeom>
          <a:solidFill>
            <a:srgbClr val="596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5302935" y="4980668"/>
            <a:ext cx="3127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컴퓨터공학 관련 전공 또는 개발 과정 수료</a:t>
            </a:r>
            <a:endParaRPr lang="ko-KR" altLang="en-US" sz="1200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5302935" y="5668895"/>
            <a:ext cx="1733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웹 개발 부트캠프 수료</a:t>
            </a:r>
            <a:endParaRPr lang="ko-KR" altLang="en-US" sz="1200" b="1" dirty="0"/>
          </a:p>
        </p:txBody>
      </p:sp>
      <p:sp>
        <p:nvSpPr>
          <p:cNvPr id="64" name="직사각형 63"/>
          <p:cNvSpPr/>
          <p:nvPr/>
        </p:nvSpPr>
        <p:spPr>
          <a:xfrm>
            <a:off x="8683822" y="4502112"/>
            <a:ext cx="3002762" cy="1911752"/>
          </a:xfrm>
          <a:prstGeom prst="rect">
            <a:avLst/>
          </a:prstGeom>
          <a:noFill/>
          <a:ln>
            <a:solidFill>
              <a:srgbClr val="596C7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5" name="자유형 64"/>
          <p:cNvSpPr/>
          <p:nvPr/>
        </p:nvSpPr>
        <p:spPr>
          <a:xfrm>
            <a:off x="8683822" y="4244508"/>
            <a:ext cx="2665443" cy="538001"/>
          </a:xfrm>
          <a:custGeom>
            <a:avLst/>
            <a:gdLst>
              <a:gd name="connsiteX0" fmla="*/ 0 w 2665443"/>
              <a:gd name="connsiteY0" fmla="*/ 0 h 538001"/>
              <a:gd name="connsiteX1" fmla="*/ 1671206 w 2665443"/>
              <a:gd name="connsiteY1" fmla="*/ 0 h 538001"/>
              <a:gd name="connsiteX2" fmla="*/ 2286000 w 2665443"/>
              <a:gd name="connsiteY2" fmla="*/ 0 h 538001"/>
              <a:gd name="connsiteX3" fmla="*/ 2665443 w 2665443"/>
              <a:gd name="connsiteY3" fmla="*/ 0 h 538001"/>
              <a:gd name="connsiteX4" fmla="*/ 2396442 w 2665443"/>
              <a:gd name="connsiteY4" fmla="*/ 269000 h 538001"/>
              <a:gd name="connsiteX5" fmla="*/ 2665443 w 2665443"/>
              <a:gd name="connsiteY5" fmla="*/ 538001 h 538001"/>
              <a:gd name="connsiteX6" fmla="*/ 2286000 w 2665443"/>
              <a:gd name="connsiteY6" fmla="*/ 538001 h 538001"/>
              <a:gd name="connsiteX7" fmla="*/ 1671206 w 2665443"/>
              <a:gd name="connsiteY7" fmla="*/ 538001 h 538001"/>
              <a:gd name="connsiteX8" fmla="*/ 0 w 2665443"/>
              <a:gd name="connsiteY8" fmla="*/ 538001 h 53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65443" h="538001">
                <a:moveTo>
                  <a:pt x="0" y="0"/>
                </a:moveTo>
                <a:lnTo>
                  <a:pt x="1671206" y="0"/>
                </a:lnTo>
                <a:lnTo>
                  <a:pt x="2286000" y="0"/>
                </a:lnTo>
                <a:lnTo>
                  <a:pt x="2665443" y="0"/>
                </a:lnTo>
                <a:lnTo>
                  <a:pt x="2396442" y="269000"/>
                </a:lnTo>
                <a:lnTo>
                  <a:pt x="2665443" y="538001"/>
                </a:lnTo>
                <a:lnTo>
                  <a:pt x="2286000" y="538001"/>
                </a:lnTo>
                <a:lnTo>
                  <a:pt x="1671206" y="538001"/>
                </a:lnTo>
                <a:lnTo>
                  <a:pt x="0" y="538001"/>
                </a:lnTo>
                <a:close/>
              </a:path>
            </a:pathLst>
          </a:custGeom>
          <a:solidFill>
            <a:srgbClr val="596C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8816338" y="4296736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</a:rPr>
              <a:t>Skills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736182" y="4933396"/>
            <a:ext cx="13548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HTML/CSS – 90%</a:t>
            </a:r>
            <a:endParaRPr lang="ko-KR" altLang="en-US" sz="1100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8696326" y="5373514"/>
            <a:ext cx="1369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 JavaScript – 85%</a:t>
            </a:r>
            <a:endParaRPr lang="ko-KR" altLang="en-US" sz="1100" b="1" dirty="0"/>
          </a:p>
        </p:txBody>
      </p:sp>
      <p:sp>
        <p:nvSpPr>
          <p:cNvPr id="69" name="TextBox 68"/>
          <p:cNvSpPr txBox="1"/>
          <p:nvPr/>
        </p:nvSpPr>
        <p:spPr>
          <a:xfrm>
            <a:off x="8739552" y="5836211"/>
            <a:ext cx="1401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 smtClean="0"/>
              <a:t>Sprign</a:t>
            </a:r>
            <a:r>
              <a:rPr lang="en-US" altLang="ko-KR" sz="1100" b="1" dirty="0" smtClean="0"/>
              <a:t> Boot– </a:t>
            </a:r>
            <a:r>
              <a:rPr lang="en-US" altLang="ko-KR" sz="1100" b="1" dirty="0"/>
              <a:t>9</a:t>
            </a:r>
            <a:r>
              <a:rPr lang="en-US" altLang="ko-KR" sz="1100" b="1" dirty="0" smtClean="0"/>
              <a:t>5%</a:t>
            </a:r>
            <a:endParaRPr lang="ko-KR" altLang="en-US" sz="1100" b="1" dirty="0"/>
          </a:p>
        </p:txBody>
      </p:sp>
      <p:sp>
        <p:nvSpPr>
          <p:cNvPr id="70" name="직사각형 69"/>
          <p:cNvSpPr/>
          <p:nvPr/>
        </p:nvSpPr>
        <p:spPr>
          <a:xfrm>
            <a:off x="8816338" y="5195006"/>
            <a:ext cx="2743484" cy="1488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8816338" y="5645638"/>
            <a:ext cx="2743484" cy="1488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8816338" y="6131915"/>
            <a:ext cx="2743484" cy="1488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/>
          <p:nvPr/>
        </p:nvSpPr>
        <p:spPr>
          <a:xfrm>
            <a:off x="8816338" y="5189220"/>
            <a:ext cx="2228541" cy="135706"/>
          </a:xfrm>
          <a:prstGeom prst="rect">
            <a:avLst/>
          </a:prstGeom>
          <a:solidFill>
            <a:srgbClr val="596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8816338" y="5655209"/>
            <a:ext cx="1969179" cy="128774"/>
          </a:xfrm>
          <a:prstGeom prst="rect">
            <a:avLst/>
          </a:prstGeom>
          <a:solidFill>
            <a:srgbClr val="596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8816338" y="6143760"/>
            <a:ext cx="2526267" cy="137014"/>
          </a:xfrm>
          <a:prstGeom prst="rect">
            <a:avLst/>
          </a:prstGeom>
          <a:solidFill>
            <a:srgbClr val="596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791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510882" y="308306"/>
            <a:ext cx="2730674" cy="6292240"/>
          </a:xfrm>
          <a:prstGeom prst="roundRect">
            <a:avLst>
              <a:gd name="adj" fmla="val 50000"/>
            </a:avLst>
          </a:prstGeom>
          <a:solidFill>
            <a:srgbClr val="596C7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/>
          <p:cNvSpPr>
            <a:spLocks/>
          </p:cNvSpPr>
          <p:nvPr/>
        </p:nvSpPr>
        <p:spPr>
          <a:xfrm>
            <a:off x="510882" y="298022"/>
            <a:ext cx="2730674" cy="2730674"/>
          </a:xfrm>
          <a:prstGeom prst="ellipse">
            <a:avLst/>
          </a:prstGeom>
          <a:blipFill>
            <a:blip r:embed="rId2"/>
            <a:srcRect/>
            <a:stretch>
              <a:fillRect l="-4382" t="-8612" r="72" b="-4785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21608" y="3151278"/>
            <a:ext cx="909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</a:rPr>
              <a:t>셔 누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089" y="3612943"/>
            <a:ext cx="2530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Full-Stack Web Developer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3063" y="4074608"/>
            <a:ext cx="24482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 smtClean="0">
                <a:solidFill>
                  <a:schemeClr val="bg1"/>
                </a:solidFill>
              </a:rPr>
              <a:t>사용자 경험을 중심으로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/>
            </a:r>
            <a:br>
              <a:rPr lang="en-US" altLang="ko-KR" sz="1200" b="1" dirty="0" smtClean="0">
                <a:solidFill>
                  <a:schemeClr val="bg1"/>
                </a:solidFill>
              </a:rPr>
            </a:br>
            <a:r>
              <a:rPr lang="ko-KR" altLang="en-US" sz="1200" b="1" dirty="0" err="1" smtClean="0">
                <a:solidFill>
                  <a:schemeClr val="bg1"/>
                </a:solidFill>
              </a:rPr>
              <a:t>프론트엔드와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 </a:t>
            </a:r>
            <a:r>
              <a:rPr lang="ko-KR" altLang="en-US" sz="1200" b="1" dirty="0" err="1" smtClean="0">
                <a:solidFill>
                  <a:schemeClr val="bg1"/>
                </a:solidFill>
              </a:rPr>
              <a:t>백엔드를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 모두 설계하는 개발자</a:t>
            </a:r>
            <a:endParaRPr lang="en-US" altLang="ko-KR" sz="1200" b="1" dirty="0" smtClean="0">
              <a:solidFill>
                <a:schemeClr val="bg1"/>
              </a:solidFill>
            </a:endParaRPr>
          </a:p>
          <a:p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 smtClean="0">
                <a:solidFill>
                  <a:schemeClr val="bg1"/>
                </a:solidFill>
              </a:rPr>
              <a:t>Spring 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기반의 서비스 개발 경험</a:t>
            </a:r>
            <a:endParaRPr lang="en-US" altLang="ko-KR" sz="1200" b="1" dirty="0" smtClean="0">
              <a:solidFill>
                <a:schemeClr val="bg1"/>
              </a:solidFill>
            </a:endParaRPr>
          </a:p>
          <a:p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 smtClean="0">
                <a:solidFill>
                  <a:schemeClr val="bg1"/>
                </a:solidFill>
              </a:rPr>
              <a:t>문제 해결과 구조 설계를 중요하게 생각함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621001" y="626797"/>
            <a:ext cx="3104442" cy="3135306"/>
          </a:xfrm>
          <a:prstGeom prst="rect">
            <a:avLst/>
          </a:prstGeom>
          <a:noFill/>
          <a:ln>
            <a:solidFill>
              <a:srgbClr val="596C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6" name="자유형 75"/>
          <p:cNvSpPr/>
          <p:nvPr/>
        </p:nvSpPr>
        <p:spPr>
          <a:xfrm>
            <a:off x="3621000" y="373399"/>
            <a:ext cx="2665443" cy="538001"/>
          </a:xfrm>
          <a:custGeom>
            <a:avLst/>
            <a:gdLst>
              <a:gd name="connsiteX0" fmla="*/ 0 w 2665443"/>
              <a:gd name="connsiteY0" fmla="*/ 0 h 538001"/>
              <a:gd name="connsiteX1" fmla="*/ 1671206 w 2665443"/>
              <a:gd name="connsiteY1" fmla="*/ 0 h 538001"/>
              <a:gd name="connsiteX2" fmla="*/ 2286000 w 2665443"/>
              <a:gd name="connsiteY2" fmla="*/ 0 h 538001"/>
              <a:gd name="connsiteX3" fmla="*/ 2665443 w 2665443"/>
              <a:gd name="connsiteY3" fmla="*/ 0 h 538001"/>
              <a:gd name="connsiteX4" fmla="*/ 2396442 w 2665443"/>
              <a:gd name="connsiteY4" fmla="*/ 269000 h 538001"/>
              <a:gd name="connsiteX5" fmla="*/ 2665443 w 2665443"/>
              <a:gd name="connsiteY5" fmla="*/ 538001 h 538001"/>
              <a:gd name="connsiteX6" fmla="*/ 2286000 w 2665443"/>
              <a:gd name="connsiteY6" fmla="*/ 538001 h 538001"/>
              <a:gd name="connsiteX7" fmla="*/ 1671206 w 2665443"/>
              <a:gd name="connsiteY7" fmla="*/ 538001 h 538001"/>
              <a:gd name="connsiteX8" fmla="*/ 0 w 2665443"/>
              <a:gd name="connsiteY8" fmla="*/ 538001 h 53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65443" h="538001">
                <a:moveTo>
                  <a:pt x="0" y="0"/>
                </a:moveTo>
                <a:lnTo>
                  <a:pt x="1671206" y="0"/>
                </a:lnTo>
                <a:lnTo>
                  <a:pt x="2286000" y="0"/>
                </a:lnTo>
                <a:lnTo>
                  <a:pt x="2665443" y="0"/>
                </a:lnTo>
                <a:lnTo>
                  <a:pt x="2396442" y="269000"/>
                </a:lnTo>
                <a:lnTo>
                  <a:pt x="2665443" y="538001"/>
                </a:lnTo>
                <a:lnTo>
                  <a:pt x="2286000" y="538001"/>
                </a:lnTo>
                <a:lnTo>
                  <a:pt x="1671206" y="538001"/>
                </a:lnTo>
                <a:lnTo>
                  <a:pt x="0" y="538001"/>
                </a:lnTo>
                <a:close/>
              </a:path>
            </a:pathLst>
          </a:custGeom>
          <a:solidFill>
            <a:srgbClr val="596C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2641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147</Words>
  <Application>Microsoft Office PowerPoint</Application>
  <PresentationFormat>와이드스크린</PresentationFormat>
  <Paragraphs>45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dw502</dc:creator>
  <cp:lastModifiedBy>dw502</cp:lastModifiedBy>
  <cp:revision>16</cp:revision>
  <dcterms:created xsi:type="dcterms:W3CDTF">2026-09-10T04:56:13Z</dcterms:created>
  <dcterms:modified xsi:type="dcterms:W3CDTF">2026-09-10T23:57:23Z</dcterms:modified>
</cp:coreProperties>
</file>